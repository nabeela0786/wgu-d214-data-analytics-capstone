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9"/>
  </p:normalViewPr>
  <p:slideViewPr>
    <p:cSldViewPr snapToGrid="0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55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3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4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7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5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5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7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4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4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2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F052B1B-9755-104E-A633-B1D12A8C6A7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BFAC395-5A12-2540-BB4F-AC26C784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8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ooperUnion/cardataset?resource=down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0F25-97A4-8A8B-6A8F-87DABD987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Vehicle Prices Using Regression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5CD03-88F5-9BC0-D068-86A726C96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D214</a:t>
            </a:r>
            <a:r>
              <a:rPr lang="en-US" dirty="0"/>
              <a:t>: Capstone</a:t>
            </a:r>
          </a:p>
          <a:p>
            <a:r>
              <a:rPr lang="en-US" dirty="0"/>
              <a:t>Nabeel Ahmed</a:t>
            </a:r>
          </a:p>
        </p:txBody>
      </p:sp>
    </p:spTree>
    <p:extLst>
      <p:ext uri="{BB962C8B-B14F-4D97-AF65-F5344CB8AC3E}">
        <p14:creationId xmlns:p14="http://schemas.microsoft.com/office/powerpoint/2010/main" val="377809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A75F-CCBF-56AA-4B3C-0F789A85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A8D6-DBDF-E458-197B-439941479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name is Nabeel Ahmed. </a:t>
            </a:r>
          </a:p>
          <a:p>
            <a:endParaRPr lang="en-US" dirty="0"/>
          </a:p>
          <a:p>
            <a:r>
              <a:rPr lang="en-US" dirty="0"/>
              <a:t>I have experience working with Python and data analysis.</a:t>
            </a:r>
          </a:p>
          <a:p>
            <a:endParaRPr lang="en-US" dirty="0"/>
          </a:p>
          <a:p>
            <a:r>
              <a:rPr lang="en-US" dirty="0"/>
              <a:t>This project explores how vehicle specifications impact market price (MSRP).</a:t>
            </a:r>
          </a:p>
        </p:txBody>
      </p:sp>
    </p:spTree>
    <p:extLst>
      <p:ext uri="{BB962C8B-B14F-4D97-AF65-F5344CB8AC3E}">
        <p14:creationId xmlns:p14="http://schemas.microsoft.com/office/powerpoint/2010/main" val="266797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E38E-967D-64B3-B61B-E5149DA5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DCBA1-0131-C3D5-6278-A48CD989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What vehicle characteristics drive price differences in the car market?</a:t>
            </a:r>
          </a:p>
          <a:p>
            <a:endParaRPr lang="en-US" dirty="0"/>
          </a:p>
          <a:p>
            <a:r>
              <a:rPr lang="en-US" dirty="0"/>
              <a:t>Hypothesis(H1): At least one vehicle feature significantly affects MSRP.</a:t>
            </a:r>
          </a:p>
          <a:p>
            <a:endParaRPr lang="en-US" dirty="0"/>
          </a:p>
          <a:p>
            <a:r>
              <a:rPr lang="en-US" dirty="0"/>
              <a:t>Null(H0): Vehicle features do not affect MSRP.</a:t>
            </a:r>
          </a:p>
        </p:txBody>
      </p:sp>
    </p:spTree>
    <p:extLst>
      <p:ext uri="{BB962C8B-B14F-4D97-AF65-F5344CB8AC3E}">
        <p14:creationId xmlns:p14="http://schemas.microsoft.com/office/powerpoint/2010/main" val="274608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170C-1897-1822-89D9-03B227A2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2ABD-83B7-FFB9-5385-615C7CFE8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Kaggle – “Car Features and MSRP” dataset </a:t>
            </a:r>
          </a:p>
          <a:p>
            <a:r>
              <a:rPr lang="en-US" dirty="0"/>
              <a:t>11,914 vehicles, 16 features </a:t>
            </a:r>
          </a:p>
          <a:p>
            <a:r>
              <a:rPr lang="en-US" dirty="0"/>
              <a:t>Used numeric predictors: </a:t>
            </a:r>
          </a:p>
          <a:p>
            <a:pPr lvl="1"/>
            <a:r>
              <a:rPr lang="en-US" dirty="0"/>
              <a:t>Engine Horsepower (HP) </a:t>
            </a:r>
          </a:p>
          <a:p>
            <a:pPr lvl="1"/>
            <a:r>
              <a:rPr lang="en-US" dirty="0"/>
              <a:t>Engine Cylinders </a:t>
            </a:r>
          </a:p>
          <a:p>
            <a:pPr lvl="1"/>
            <a:r>
              <a:rPr lang="en-US" dirty="0"/>
              <a:t>City MPG </a:t>
            </a:r>
          </a:p>
          <a:p>
            <a:pPr lvl="1"/>
            <a:r>
              <a:rPr lang="en-US" dirty="0"/>
              <a:t>Highway MPG</a:t>
            </a:r>
          </a:p>
        </p:txBody>
      </p:sp>
    </p:spTree>
    <p:extLst>
      <p:ext uri="{BB962C8B-B14F-4D97-AF65-F5344CB8AC3E}">
        <p14:creationId xmlns:p14="http://schemas.microsoft.com/office/powerpoint/2010/main" val="385405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AADC-BEE5-6CC7-7393-2DE46BFE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0703-8233-B9A0-0623-BAE9CD43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Multiple Linear Regression to measure how each feature affects price </a:t>
            </a:r>
          </a:p>
          <a:p>
            <a:endParaRPr lang="en-US" dirty="0"/>
          </a:p>
          <a:p>
            <a:r>
              <a:rPr lang="en-US" dirty="0"/>
              <a:t>Used ANOVA to compare prices across horsepower levels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Checked multicollinearity using Variance Inflation Factor (VIF)</a:t>
            </a:r>
          </a:p>
        </p:txBody>
      </p:sp>
    </p:spTree>
    <p:extLst>
      <p:ext uri="{BB962C8B-B14F-4D97-AF65-F5344CB8AC3E}">
        <p14:creationId xmlns:p14="http://schemas.microsoft.com/office/powerpoint/2010/main" val="347524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325E-443A-764C-9972-259F9288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6D7CD-814E-4FFB-0C50-5DABEE50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Adjusted R² = 0.451 → model explains 45.1% of price variation </a:t>
            </a:r>
          </a:p>
          <a:p>
            <a:endParaRPr lang="en-US" dirty="0"/>
          </a:p>
          <a:p>
            <a:r>
              <a:rPr lang="en-US" dirty="0"/>
              <a:t>All predictors significant (p &lt; 0.001) </a:t>
            </a:r>
          </a:p>
          <a:p>
            <a:endParaRPr lang="en-US" dirty="0"/>
          </a:p>
          <a:p>
            <a:r>
              <a:rPr lang="en-US" dirty="0"/>
              <a:t>Engine HP: +$317 per 1 HP </a:t>
            </a:r>
          </a:p>
          <a:p>
            <a:endParaRPr lang="en-US" dirty="0"/>
          </a:p>
          <a:p>
            <a:r>
              <a:rPr lang="en-US" dirty="0"/>
              <a:t>Engine Cylinders: +$6,680 each </a:t>
            </a:r>
          </a:p>
          <a:p>
            <a:endParaRPr lang="en-US" dirty="0"/>
          </a:p>
          <a:p>
            <a:r>
              <a:rPr lang="en-US" dirty="0"/>
              <a:t>Fuel efficiency has a smaller price impact</a:t>
            </a:r>
          </a:p>
        </p:txBody>
      </p:sp>
    </p:spTree>
    <p:extLst>
      <p:ext uri="{BB962C8B-B14F-4D97-AF65-F5344CB8AC3E}">
        <p14:creationId xmlns:p14="http://schemas.microsoft.com/office/powerpoint/2010/main" val="86990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9E03-5376-9704-3368-DDB9A97D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8566F-6211-B849-E946-1BAB3EE8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Predictors are correlated (multicollinearity) </a:t>
            </a:r>
          </a:p>
          <a:p>
            <a:endParaRPr lang="en-US" dirty="0"/>
          </a:p>
          <a:p>
            <a:r>
              <a:rPr lang="en-US" dirty="0"/>
              <a:t>Categorical features (like fuel type, transmission) not included </a:t>
            </a:r>
          </a:p>
          <a:p>
            <a:endParaRPr lang="en-US" dirty="0"/>
          </a:p>
          <a:p>
            <a:r>
              <a:rPr lang="en-US" dirty="0"/>
              <a:t>Results show correlation, not causation</a:t>
            </a:r>
          </a:p>
        </p:txBody>
      </p:sp>
    </p:spTree>
    <p:extLst>
      <p:ext uri="{BB962C8B-B14F-4D97-AF65-F5344CB8AC3E}">
        <p14:creationId xmlns:p14="http://schemas.microsoft.com/office/powerpoint/2010/main" val="351192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E617-155D-F41B-E282-DE89C4FD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A83-8CA8-5608-E367-0F47B84A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engine performance to improve vehicle pricing strategy </a:t>
            </a:r>
          </a:p>
          <a:p>
            <a:endParaRPr lang="en-US" dirty="0"/>
          </a:p>
          <a:p>
            <a:r>
              <a:rPr lang="en-US" dirty="0"/>
              <a:t>Help guide consumer price comparison </a:t>
            </a:r>
          </a:p>
          <a:p>
            <a:endParaRPr lang="en-US" dirty="0"/>
          </a:p>
          <a:p>
            <a:r>
              <a:rPr lang="en-US" dirty="0"/>
              <a:t>Support dealership pricing tools using predictive features</a:t>
            </a:r>
          </a:p>
        </p:txBody>
      </p:sp>
    </p:spTree>
    <p:extLst>
      <p:ext uri="{BB962C8B-B14F-4D97-AF65-F5344CB8AC3E}">
        <p14:creationId xmlns:p14="http://schemas.microsoft.com/office/powerpoint/2010/main" val="326677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FA39-64E7-7688-A19C-EF0003DB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5349-A21B-CAD7-83D6-3912C24D3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accurate pricing decisions </a:t>
            </a:r>
          </a:p>
          <a:p>
            <a:endParaRPr lang="en-US" dirty="0"/>
          </a:p>
          <a:p>
            <a:r>
              <a:rPr lang="en-US" dirty="0"/>
              <a:t>Up to 45% of price variation explained </a:t>
            </a:r>
          </a:p>
          <a:p>
            <a:endParaRPr lang="en-US" dirty="0"/>
          </a:p>
          <a:p>
            <a:r>
              <a:rPr lang="en-US" dirty="0"/>
              <a:t>Better alignment between vehicle features and price</a:t>
            </a:r>
          </a:p>
        </p:txBody>
      </p:sp>
    </p:spTree>
    <p:extLst>
      <p:ext uri="{BB962C8B-B14F-4D97-AF65-F5344CB8AC3E}">
        <p14:creationId xmlns:p14="http://schemas.microsoft.com/office/powerpoint/2010/main" val="3122098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7D43-C798-01C2-EB57-6AD0036D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6A5E-5445-461F-B093-43A91581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Engine specs strongly influence car prices. Horsepower and cylinder count are key price drivers. Future analysis can improve predictions by adding more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47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D70B-B405-ACFA-805C-D3F93E35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7AD8-EF04-BAFF-63E0-60EE68C6E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Bobbitt, Z. (2022, October 12). How to calculate VIF in python.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Statology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https://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www.statology.org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/how-to-calculate-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vif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-in-python/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CooperUnion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(2016, December 21). Car features and MSRP. Kaggle. 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hlinkClick r:id="rId2"/>
              </a:rPr>
              <a:t>https://www.kaggle.com/datasets/CooperUnion/cardataset?resource=download</a:t>
            </a:r>
            <a:b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</a:br>
            <a:b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</a:b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Stojiljković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M. (n.d.). Linear regression in python. Real Python. https://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realpython.com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/linear-regression-in-python/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4624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{19B648CF-0111-BF46-8946-0BC5859F8BAC}tf10001120</Template>
  <TotalTime>44</TotalTime>
  <Words>370</Words>
  <Application>Microsoft Macintosh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Gill Sans MT</vt:lpstr>
      <vt:lpstr>Times New Roman</vt:lpstr>
      <vt:lpstr>Parcel</vt:lpstr>
      <vt:lpstr>Predicting Vehicle Prices Using Regression Analysis</vt:lpstr>
      <vt:lpstr>Introduction</vt:lpstr>
      <vt:lpstr>Problem and hypothesis</vt:lpstr>
      <vt:lpstr>Dataset</vt:lpstr>
      <vt:lpstr>Analysis approach</vt:lpstr>
      <vt:lpstr>Key findings</vt:lpstr>
      <vt:lpstr>limitations</vt:lpstr>
      <vt:lpstr>Proposed actions</vt:lpstr>
      <vt:lpstr>Expected benefits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Vehicle Prices Using Regression Analysis</dc:title>
  <dc:creator>Nabeel Ahmed</dc:creator>
  <cp:lastModifiedBy>Nabeel Ahmed</cp:lastModifiedBy>
  <cp:revision>2</cp:revision>
  <dcterms:created xsi:type="dcterms:W3CDTF">2025-10-29T02:40:50Z</dcterms:created>
  <dcterms:modified xsi:type="dcterms:W3CDTF">2025-10-29T03:25:28Z</dcterms:modified>
</cp:coreProperties>
</file>